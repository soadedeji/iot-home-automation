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945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9" d="100"/>
          <a:sy n="19" d="100"/>
        </p:scale>
        <p:origin x="2587" y="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5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410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/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49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564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45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39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2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45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22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27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0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AE410D-AB4A-4FCC-B4F4-A1C01D353846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F91AEE-8E8D-4554-921B-1D10FC043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95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C4D29-CBCC-4F65-8E82-A4FC2BB55F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78429" y="7749762"/>
            <a:ext cx="18653760" cy="11460480"/>
          </a:xfrm>
        </p:spPr>
        <p:txBody>
          <a:bodyPr/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0200" b="1" dirty="0">
                <a:ln w="11113" cap="flat" cmpd="sng" algn="ctr">
                  <a:solidFill>
                    <a:srgbClr val="ED7D31"/>
                  </a:solidFill>
                  <a:prstDash val="solid"/>
                  <a:round/>
                </a:ln>
                <a:solidFill>
                  <a:srgbClr val="4472C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Design of a Facial Recognition Access Control System by Samuel Adedeji</a:t>
            </a:r>
            <a:b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8248EC-8FD4-4B26-823A-700790311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166" y="19563088"/>
            <a:ext cx="15349267" cy="786001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FE28988-73E7-4185-92A3-DF9B981E1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36" y="1831225"/>
            <a:ext cx="15504528" cy="774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366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11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Design of a Facial Recognition Access Control System by Samuel Adedeji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a Facial Recognition Access Control System by Samuel Adedeji </dc:title>
  <dc:creator>ad'!ke #ash</dc:creator>
  <cp:lastModifiedBy>ad'!ke #ash</cp:lastModifiedBy>
  <cp:revision>2</cp:revision>
  <dcterms:created xsi:type="dcterms:W3CDTF">2019-04-26T19:48:46Z</dcterms:created>
  <dcterms:modified xsi:type="dcterms:W3CDTF">2019-04-26T20:04:09Z</dcterms:modified>
</cp:coreProperties>
</file>