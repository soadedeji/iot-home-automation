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945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9" d="100"/>
          <a:sy n="19" d="100"/>
        </p:scale>
        <p:origin x="2587"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AE410D-AB4A-4FCC-B4F4-A1C01D353846}"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735555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E410D-AB4A-4FCC-B4F4-A1C01D353846}"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365341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E410D-AB4A-4FCC-B4F4-A1C01D353846}"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375949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AE410D-AB4A-4FCC-B4F4-A1C01D353846}" type="datetimeFigureOut">
              <a:rPr lang="en-US" smtClean="0"/>
              <a:t>4/30/2019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330956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AE410D-AB4A-4FCC-B4F4-A1C01D353846}" type="datetimeFigureOut">
              <a:rPr lang="en-US" smtClean="0"/>
              <a:t>4/30/2019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4101445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AE410D-AB4A-4FCC-B4F4-A1C01D353846}" type="datetimeFigureOut">
              <a:rPr lang="en-US" smtClean="0"/>
              <a:t>4/30/2019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1816139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AE410D-AB4A-4FCC-B4F4-A1C01D353846}" type="datetimeFigureOut">
              <a:rPr lang="en-US" smtClean="0"/>
              <a:t>4/30/2019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1248620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70AE410D-AB4A-4FCC-B4F4-A1C01D353846}" type="datetimeFigureOut">
              <a:rPr lang="en-US" smtClean="0"/>
              <a:t>4/30/2019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900545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70AE410D-AB4A-4FCC-B4F4-A1C01D353846}" type="datetimeFigureOut">
              <a:rPr lang="en-US" smtClean="0"/>
              <a:t>4/30/2019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295622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E410D-AB4A-4FCC-B4F4-A1C01D353846}"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227712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E410D-AB4A-4FCC-B4F4-A1C01D353846}"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91AEE-8E8D-4554-921B-1D10FC043351}" type="slidenum">
              <a:rPr lang="en-US" smtClean="0"/>
              <a:t>‹#›</a:t>
            </a:fld>
            <a:endParaRPr lang="en-US"/>
          </a:p>
        </p:txBody>
      </p:sp>
    </p:spTree>
    <p:extLst>
      <p:ext uri="{BB962C8B-B14F-4D97-AF65-F5344CB8AC3E}">
        <p14:creationId xmlns:p14="http://schemas.microsoft.com/office/powerpoint/2010/main" val="2269001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70AE410D-AB4A-4FCC-B4F4-A1C01D353846}" type="datetimeFigureOut">
              <a:rPr lang="en-US" smtClean="0"/>
              <a:t>4/30/2019</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05F91AEE-8E8D-4554-921B-1D10FC043351}" type="slidenum">
              <a:rPr lang="en-US" smtClean="0"/>
              <a:t>‹#›</a:t>
            </a:fld>
            <a:endParaRPr lang="en-US"/>
          </a:p>
        </p:txBody>
      </p:sp>
    </p:spTree>
    <p:extLst>
      <p:ext uri="{BB962C8B-B14F-4D97-AF65-F5344CB8AC3E}">
        <p14:creationId xmlns:p14="http://schemas.microsoft.com/office/powerpoint/2010/main" val="41359589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C4D29-CBCC-4F65-8E82-A4FC2BB55F34}"/>
              </a:ext>
            </a:extLst>
          </p:cNvPr>
          <p:cNvSpPr>
            <a:spLocks noGrp="1"/>
          </p:cNvSpPr>
          <p:nvPr>
            <p:ph type="ctrTitle"/>
          </p:nvPr>
        </p:nvSpPr>
        <p:spPr>
          <a:xfrm>
            <a:off x="2622061" y="8028821"/>
            <a:ext cx="16238011" cy="8403696"/>
          </a:xfrm>
        </p:spPr>
        <p:txBody>
          <a:bodyPr/>
          <a:lstStyle/>
          <a:p>
            <a:pPr marL="0" marR="0">
              <a:lnSpc>
                <a:spcPct val="107000"/>
              </a:lnSpc>
              <a:spcBef>
                <a:spcPts val="0"/>
              </a:spcBef>
              <a:spcAft>
                <a:spcPts val="800"/>
              </a:spcAft>
            </a:pPr>
            <a:r>
              <a:rPr lang="en-US" sz="10200" b="1" dirty="0">
                <a:ln w="11113" cap="flat" cmpd="sng" algn="ctr">
                  <a:solidFill>
                    <a:srgbClr val="ED7D31"/>
                  </a:solidFill>
                  <a:prstDash val="solid"/>
                  <a:round/>
                </a:ln>
                <a:solidFill>
                  <a:srgbClr val="4472C4"/>
                </a:solidFill>
                <a:latin typeface="Calibri" panose="020F0502020204030204" pitchFamily="34" charset="0"/>
                <a:ea typeface="Calibri" panose="020F0502020204030204" pitchFamily="34" charset="0"/>
                <a:cs typeface="Times New Roman" panose="02020603050405020304" pitchFamily="18" charset="0"/>
              </a:rPr>
              <a:t>Design of a Facial Recognition Access Control System by Samuel Adedeji</a:t>
            </a:r>
            <a:br>
              <a:rPr lang="en-US" sz="48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Picture 4">
            <a:extLst>
              <a:ext uri="{FF2B5EF4-FFF2-40B4-BE49-F238E27FC236}">
                <a16:creationId xmlns:a16="http://schemas.microsoft.com/office/drawing/2014/main" id="{378248EC-8FD4-4B26-823A-700790311270}"/>
              </a:ext>
            </a:extLst>
          </p:cNvPr>
          <p:cNvPicPr>
            <a:picLocks noChangeAspect="1"/>
          </p:cNvPicPr>
          <p:nvPr/>
        </p:nvPicPr>
        <p:blipFill>
          <a:blip r:embed="rId2"/>
          <a:stretch>
            <a:fillRect/>
          </a:stretch>
        </p:blipFill>
        <p:spPr>
          <a:xfrm>
            <a:off x="3997428" y="23004186"/>
            <a:ext cx="14592628" cy="7472554"/>
          </a:xfrm>
          <a:prstGeom prst="rect">
            <a:avLst/>
          </a:prstGeom>
        </p:spPr>
      </p:pic>
      <p:pic>
        <p:nvPicPr>
          <p:cNvPr id="4" name="Picture 3">
            <a:extLst>
              <a:ext uri="{FF2B5EF4-FFF2-40B4-BE49-F238E27FC236}">
                <a16:creationId xmlns:a16="http://schemas.microsoft.com/office/drawing/2014/main" id="{AFE28988-73E7-4185-92A3-DF9B981E119F}"/>
              </a:ext>
            </a:extLst>
          </p:cNvPr>
          <p:cNvPicPr>
            <a:picLocks noChangeAspect="1"/>
          </p:cNvPicPr>
          <p:nvPr/>
        </p:nvPicPr>
        <p:blipFill>
          <a:blip r:embed="rId3"/>
          <a:stretch>
            <a:fillRect/>
          </a:stretch>
        </p:blipFill>
        <p:spPr>
          <a:xfrm>
            <a:off x="3085528" y="1041516"/>
            <a:ext cx="15504528" cy="7740814"/>
          </a:xfrm>
          <a:prstGeom prst="rect">
            <a:avLst/>
          </a:prstGeom>
        </p:spPr>
      </p:pic>
      <p:sp>
        <p:nvSpPr>
          <p:cNvPr id="6" name="Title 1">
            <a:extLst>
              <a:ext uri="{FF2B5EF4-FFF2-40B4-BE49-F238E27FC236}">
                <a16:creationId xmlns:a16="http://schemas.microsoft.com/office/drawing/2014/main" id="{214D7D02-DB64-4B7C-BB83-8FE9CDD217F2}"/>
              </a:ext>
            </a:extLst>
          </p:cNvPr>
          <p:cNvSpPr txBox="1">
            <a:spLocks/>
          </p:cNvSpPr>
          <p:nvPr/>
        </p:nvSpPr>
        <p:spPr>
          <a:xfrm>
            <a:off x="1966862" y="12230669"/>
            <a:ext cx="18653760" cy="11460480"/>
          </a:xfrm>
          <a:prstGeom prst="rect">
            <a:avLst/>
          </a:prstGeom>
        </p:spPr>
        <p:txBody>
          <a:bodyPr vert="horz" lIns="91440" tIns="45720" rIns="91440" bIns="45720" rtlCol="0" anchor="b">
            <a:normAutofit/>
          </a:bodyPr>
          <a:lstStyle>
            <a:lvl1pPr algn="ctr" defTabSz="2194560" rtl="0" eaLnBrk="1" latinLnBrk="0" hangingPunct="1">
              <a:lnSpc>
                <a:spcPct val="90000"/>
              </a:lnSpc>
              <a:spcBef>
                <a:spcPct val="0"/>
              </a:spcBef>
              <a:buNone/>
              <a:defRPr sz="14400" kern="1200">
                <a:solidFill>
                  <a:schemeClr val="tx1"/>
                </a:solidFill>
                <a:latin typeface="+mj-lt"/>
                <a:ea typeface="+mj-ea"/>
                <a:cs typeface="+mj-cs"/>
              </a:defRPr>
            </a:lvl1pPr>
          </a:lstStyle>
          <a:p>
            <a:pPr>
              <a:lnSpc>
                <a:spcPct val="107000"/>
              </a:lnSpc>
              <a:spcBef>
                <a:spcPts val="0"/>
              </a:spcBef>
              <a:spcAft>
                <a:spcPts val="800"/>
              </a:spcAft>
            </a:pPr>
            <a:r>
              <a:rPr lang="en-US" sz="6600" b="1" dirty="0">
                <a:ln w="11113" cap="flat" cmpd="sng" algn="ctr">
                  <a:solidFill>
                    <a:srgbClr val="ED7D31"/>
                  </a:solidFill>
                  <a:prstDash val="solid"/>
                  <a:round/>
                </a:ln>
                <a:solidFill>
                  <a:srgbClr val="4472C4"/>
                </a:solidFill>
                <a:latin typeface="Calibri" panose="020F0502020204030204" pitchFamily="34" charset="0"/>
                <a:ea typeface="Calibri" panose="020F0502020204030204" pitchFamily="34" charset="0"/>
                <a:cs typeface="Times New Roman" panose="02020603050405020304" pitchFamily="18" charset="0"/>
              </a:rPr>
              <a:t>The purpose of this project is to improve on an pre-existing basic security feature that is found in most residential homes which is the front doorway. The security level of the household increases due to the use of facial recognition as the door unlocking mechanism to allow household occupants into their house because each user has a unique face.</a:t>
            </a:r>
            <a:br>
              <a:rPr lang="en-US" sz="4000" dirty="0">
                <a:latin typeface="Calibri" panose="020F0502020204030204" pitchFamily="34" charset="0"/>
                <a:ea typeface="Calibri" panose="020F0502020204030204" pitchFamily="34" charset="0"/>
                <a:cs typeface="Times New Roman" panose="02020603050405020304" pitchFamily="18" charset="0"/>
              </a:rPr>
            </a:br>
            <a:endParaRPr lang="en-US" sz="10000" dirty="0"/>
          </a:p>
        </p:txBody>
      </p:sp>
    </p:spTree>
    <p:extLst>
      <p:ext uri="{BB962C8B-B14F-4D97-AF65-F5344CB8AC3E}">
        <p14:creationId xmlns:p14="http://schemas.microsoft.com/office/powerpoint/2010/main" val="33893666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TotalTime>
  <Words>72</Words>
  <Application>Microsoft Office PowerPoint</Application>
  <PresentationFormat>Custom</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Design of a Facial Recognition Access Control System by Samuel Adedeji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a Facial Recognition Access Control System by Samuel Adedeji </dc:title>
  <dc:creator>ad'!ke #ash</dc:creator>
  <cp:lastModifiedBy>ad'!ke #ash</cp:lastModifiedBy>
  <cp:revision>7</cp:revision>
  <dcterms:created xsi:type="dcterms:W3CDTF">2019-04-26T19:48:46Z</dcterms:created>
  <dcterms:modified xsi:type="dcterms:W3CDTF">2019-05-01T03:17:05Z</dcterms:modified>
</cp:coreProperties>
</file>